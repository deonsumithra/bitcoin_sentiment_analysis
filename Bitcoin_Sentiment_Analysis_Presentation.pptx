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Bitcoin Sentiment vs Trader Performance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Analytics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trader performance under different Bitcoin market sentiments.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Fear &amp; Greed Index dataset and Hyperliquid trader history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cleaning, merging, exploratory analysis, profitability comparison.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Extreme Greed had highest average profits. Fear had highest total profits.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Trading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BUY during Fear and SELL during Greed performed better.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sentiment strongly affects trader profitability and behavior.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